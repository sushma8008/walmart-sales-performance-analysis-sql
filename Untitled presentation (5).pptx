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https://drive.google.com/file/d/14q_hXrHl0foZ1qXYn2NB42SoPi9a2FIK/view?usp=drivesdk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